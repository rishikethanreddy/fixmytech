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FixMyTech: a tool that helps a phone owner decide whether to repair, sell or replace a faulty Android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faulty phone leaves people guessing. FixMyTech answers three questions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eight stages a customer follows, from consent to the final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browser cannot run ADB and a hosted server cannot reach a USB phone, so a small local agent bridges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is transparent: facts with provenance feed declarative rules. Nothing is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come from official sources; resale from the independent FlipValue service. If data is missing the app says so rather than inventing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Phone data is sensitive, so the design is consent-first and read-only.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where the project stands today and what comes next. Be honest that physical-phone validation is still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FIXMYTECH  ·  SMARTPHONE DIAGNOSIS &amp; REPAIR DECISIONS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394960" y="365760"/>
            <a:ext cx="3383280" cy="4206240"/>
          </a:xfrm>
          <a:prstGeom prst="roundRect">
            <a:avLst>
              <a:gd name="adj" fmla="val 5405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23560" y="914400"/>
            <a:ext cx="2926080" cy="2926080"/>
          </a:xfrm>
          <a:prstGeom prst="ellipse">
            <a:avLst/>
          </a:prstGeom>
          <a:solidFill>
            <a:srgbClr val="1B2230"/>
          </a:solidFill>
          <a:ln w="15875">
            <a:solidFill>
              <a:srgbClr val="3A466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35040" y="1325880"/>
            <a:ext cx="2103120" cy="2103120"/>
          </a:xfrm>
          <a:prstGeom prst="ellipse">
            <a:avLst/>
          </a:prstGeom>
          <a:solidFill>
            <a:srgbClr val="E3C170"/>
          </a:solidFill>
          <a:ln w="12700">
            <a:solidFill>
              <a:srgbClr val="E3C17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691640"/>
            <a:ext cx="1097280" cy="1097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77840" y="3200400"/>
            <a:ext cx="594360" cy="594360"/>
          </a:xfrm>
          <a:prstGeom prst="ellipse">
            <a:avLst/>
          </a:prstGeom>
          <a:solidFill>
            <a:srgbClr val="17877B"/>
          </a:solidFill>
          <a:ln w="12700">
            <a:solidFill>
              <a:srgbClr val="17877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430" y="3348990"/>
            <a:ext cx="297180" cy="2971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818120" y="777240"/>
            <a:ext cx="548640" cy="548640"/>
          </a:xfrm>
          <a:prstGeom prst="ellipse">
            <a:avLst/>
          </a:prstGeom>
          <a:solidFill>
            <a:srgbClr val="C0313C"/>
          </a:solidFill>
          <a:ln w="12700">
            <a:solidFill>
              <a:srgbClr val="C0313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45720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457200" y="1554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pPr indent="0" marL="0">
              <a:buNone/>
            </a:pPr>
            <a:r>
              <a:rPr lang="en-US" sz="5600" b="1" dirty="0">
                <a:solidFill>
                  <a:srgbClr val="9A7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MyTech</a:t>
            </a:r>
            <a:endParaRPr lang="en-US" sz="5600" dirty="0"/>
          </a:p>
        </p:txBody>
      </p:sp>
      <p:sp>
        <p:nvSpPr>
          <p:cNvPr id="13" name="Text 7"/>
          <p:cNvSpPr txBox="1"/>
          <p:nvPr/>
        </p:nvSpPr>
        <p:spPr>
          <a:xfrm>
            <a:off x="457200" y="2651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is wrong with your phone, what it costs to fix, and whether to repair, sell or replace it.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45720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diagnosis  ·  Official repair prices  ·  Resale values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pill"/>
          <p:cNvSpPr/>
          <p:nvPr/>
        </p:nvSpPr>
        <p:spPr>
          <a:xfrm>
            <a:off x="457200" y="320040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9A7418"/>
          </a:solidFill>
          <a:ln w="12700">
            <a:solidFill>
              <a:srgbClr val="9A741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57200" y="320040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my phone worth fixing?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803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rarely know what is really wrong, what a fair repair costs, or what the phone would fetch if sold. FixMyTech answers all three and shows where every number comes from.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846320" y="777240"/>
            <a:ext cx="594360" cy="594360"/>
          </a:xfrm>
          <a:prstGeom prst="ellipse">
            <a:avLst/>
          </a:prstGeom>
          <a:solidFill>
            <a:srgbClr val="17877B"/>
          </a:solidFill>
          <a:ln w="12700">
            <a:solidFill>
              <a:srgbClr val="17877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4910" y="92583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69280" y="731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7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11155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USB readings, hands-on tests and adaptive questions feed a transparent rule engine.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846320" y="1892808"/>
            <a:ext cx="384048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46320" y="2057400"/>
            <a:ext cx="594360" cy="594360"/>
          </a:xfrm>
          <a:prstGeom prst="ellipse">
            <a:avLst/>
          </a:prstGeom>
          <a:solidFill>
            <a:srgbClr val="C75F1E"/>
          </a:solidFill>
          <a:ln w="12700">
            <a:solidFill>
              <a:srgbClr val="C75F1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220599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6928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669280" y="23957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Official, source-attributed repair prices with a link and date. No source, no number.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172968"/>
            <a:ext cx="384048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46320" y="3337560"/>
            <a:ext cx="594360" cy="594360"/>
          </a:xfrm>
          <a:prstGeom prst="ellipse">
            <a:avLst/>
          </a:prstGeom>
          <a:solidFill>
            <a:srgbClr val="6E52C2"/>
          </a:solidFill>
          <a:ln w="12700">
            <a:solidFill>
              <a:srgbClr val="6E52C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10" y="348615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66928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52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5669280" y="36758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vs sell vs replace, compared with resale values and an honest range.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pill"/>
          <p:cNvSpPr/>
          <p:nvPr/>
        </p:nvSpPr>
        <p:spPr>
          <a:xfrm>
            <a:off x="457200" y="32004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9A7418"/>
          </a:solidFill>
          <a:ln w="12700">
            <a:solidFill>
              <a:srgbClr val="9A741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57200" y="32004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diagnosis </a:t>
            </a:r>
            <a:pPr indent="0" marL="0">
              <a:buNone/>
            </a:pPr>
            <a:r>
              <a:rPr lang="en-US" sz="3400" b="1" dirty="0">
                <a:solidFill>
                  <a:srgbClr val="9A7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3504" y="1655064"/>
            <a:ext cx="502920" cy="502920"/>
          </a:xfrm>
          <a:prstGeom prst="ellipse">
            <a:avLst/>
          </a:prstGeom>
          <a:solidFill>
            <a:srgbClr val="6E52C2"/>
          </a:solidFill>
          <a:ln w="12700">
            <a:solidFill>
              <a:srgbClr val="6E52C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234" y="1780794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03504" y="2258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52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03504" y="25328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session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560320" y="15087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06624" y="1655064"/>
            <a:ext cx="502920" cy="502920"/>
          </a:xfrm>
          <a:prstGeom prst="ellipse">
            <a:avLst/>
          </a:prstGeom>
          <a:solidFill>
            <a:srgbClr val="C75F1E"/>
          </a:solidFill>
          <a:ln w="12700">
            <a:solidFill>
              <a:srgbClr val="C75F1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354" y="1780794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749040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2706624" y="2258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5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2706624" y="25328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the local agent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15087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09744" y="1655064"/>
            <a:ext cx="502920" cy="502920"/>
          </a:xfrm>
          <a:prstGeom prst="ellipse">
            <a:avLst/>
          </a:prstGeom>
          <a:solidFill>
            <a:srgbClr val="17877B"/>
          </a:solidFill>
          <a:ln w="12700">
            <a:solidFill>
              <a:srgbClr val="17877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474" y="1780794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52160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809744" y="2258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87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809744" y="25328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ADB checks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766560" y="15087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912864" y="1655064"/>
            <a:ext cx="502920" cy="502920"/>
          </a:xfrm>
          <a:prstGeom prst="ellipse">
            <a:avLst/>
          </a:prstGeom>
          <a:solidFill>
            <a:srgbClr val="B7791A"/>
          </a:solidFill>
          <a:ln w="12700">
            <a:solidFill>
              <a:srgbClr val="B7791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594" y="178079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955280" y="1618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6912864" y="2258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Tests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6912864" y="25328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Touch, mic, camera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57200" y="30632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03504" y="3209544"/>
            <a:ext cx="502920" cy="502920"/>
          </a:xfrm>
          <a:prstGeom prst="ellipse">
            <a:avLst/>
          </a:prstGeom>
          <a:solidFill>
            <a:srgbClr val="B8325F"/>
          </a:solidFill>
          <a:ln w="12700">
            <a:solidFill>
              <a:srgbClr val="B8325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" y="3335274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645920" y="31729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603504" y="3813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32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603504" y="4087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symptoms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2560320" y="30632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2706624" y="3209544"/>
            <a:ext cx="502920" cy="502920"/>
          </a:xfrm>
          <a:prstGeom prst="ellipse">
            <a:avLst/>
          </a:prstGeom>
          <a:solidFill>
            <a:srgbClr val="C0313C"/>
          </a:solidFill>
          <a:ln w="12700">
            <a:solidFill>
              <a:srgbClr val="C0313C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2354" y="3335274"/>
            <a:ext cx="251460" cy="25146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749040" y="31729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2706624" y="3813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1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2706624" y="4087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fuse evidence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4663440" y="30632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4809744" y="3209544"/>
            <a:ext cx="502920" cy="502920"/>
          </a:xfrm>
          <a:prstGeom prst="ellipse">
            <a:avLst/>
          </a:prstGeom>
          <a:solidFill>
            <a:srgbClr val="C75F1E"/>
          </a:solidFill>
          <a:ln w="12700">
            <a:solidFill>
              <a:srgbClr val="C75F1E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5474" y="3335274"/>
            <a:ext cx="251460" cy="25146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852160" y="31729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6" name="Text 36"/>
          <p:cNvSpPr txBox="1"/>
          <p:nvPr/>
        </p:nvSpPr>
        <p:spPr>
          <a:xfrm>
            <a:off x="4809744" y="3813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5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</a:t>
            </a:r>
            <a:endParaRPr lang="en-US" sz="1500" dirty="0"/>
          </a:p>
        </p:txBody>
      </p:sp>
      <p:sp>
        <p:nvSpPr>
          <p:cNvPr id="47" name="Text 37"/>
          <p:cNvSpPr txBox="1"/>
          <p:nvPr/>
        </p:nvSpPr>
        <p:spPr>
          <a:xfrm>
            <a:off x="4809744" y="4087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repair cost</a:t>
            </a:r>
            <a:endParaRPr lang="en-US" sz="1200" dirty="0"/>
          </a:p>
        </p:txBody>
      </p:sp>
      <p:sp>
        <p:nvSpPr>
          <p:cNvPr id="48" name="Shape 38"/>
          <p:cNvSpPr/>
          <p:nvPr/>
        </p:nvSpPr>
        <p:spPr>
          <a:xfrm>
            <a:off x="6766560" y="30632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912864" y="3209544"/>
            <a:ext cx="502920" cy="502920"/>
          </a:xfrm>
          <a:prstGeom prst="ellipse">
            <a:avLst/>
          </a:prstGeom>
          <a:solidFill>
            <a:srgbClr val="9A7418"/>
          </a:solidFill>
          <a:ln w="12700">
            <a:solidFill>
              <a:srgbClr val="9A7418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8594" y="3335274"/>
            <a:ext cx="251460" cy="251460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7955280" y="31729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52" name="Text 41"/>
          <p:cNvSpPr txBox="1"/>
          <p:nvPr/>
        </p:nvSpPr>
        <p:spPr>
          <a:xfrm>
            <a:off x="6912864" y="3813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7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500" dirty="0"/>
          </a:p>
        </p:txBody>
      </p:sp>
      <p:sp>
        <p:nvSpPr>
          <p:cNvPr id="53" name="Text 42"/>
          <p:cNvSpPr txBox="1"/>
          <p:nvPr/>
        </p:nvSpPr>
        <p:spPr>
          <a:xfrm>
            <a:off x="6912864" y="4087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Repair, sell, replace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pill"/>
          <p:cNvSpPr/>
          <p:nvPr/>
        </p:nvSpPr>
        <p:spPr>
          <a:xfrm>
            <a:off x="457200" y="32004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9A7418"/>
          </a:solidFill>
          <a:ln w="12700">
            <a:solidFill>
              <a:srgbClr val="9A741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57200" y="32004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parts, one </a:t>
            </a:r>
            <a:pPr indent="0" marL="0">
              <a:buNone/>
            </a:pPr>
            <a:r>
              <a:rPr lang="en-US" sz="3400" b="1" dirty="0">
                <a:solidFill>
                  <a:srgbClr val="9A7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path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1508760"/>
          </a:xfrm>
          <a:prstGeom prst="roundRect">
            <a:avLst>
              <a:gd name="adj" fmla="val 7273"/>
            </a:avLst>
          </a:prstGeom>
          <a:solidFill>
            <a:srgbClr val="ECE7DA"/>
          </a:solidFill>
          <a:ln w="12700">
            <a:solidFill>
              <a:srgbClr val="ECE7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508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CUSTOMER'S PC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8229600" cy="1508760"/>
          </a:xfrm>
          <a:prstGeom prst="roundRect">
            <a:avLst>
              <a:gd name="adj" fmla="val 7273"/>
            </a:avLst>
          </a:prstGeom>
          <a:solidFill>
            <a:srgbClr val="ECE7DA"/>
          </a:solidFill>
          <a:ln w="12700">
            <a:solidFill>
              <a:srgbClr val="ECE7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154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 ·  CLOUD RUN BEHIND FIREBASE HOSTING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188720" y="1719072"/>
            <a:ext cx="731520" cy="731520"/>
          </a:xfrm>
          <a:prstGeom prst="ellipse">
            <a:avLst/>
          </a:prstGeom>
          <a:solidFill>
            <a:srgbClr val="17877B"/>
          </a:solidFill>
          <a:ln w="12700">
            <a:solidFill>
              <a:srgbClr val="17877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9019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phone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2679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debugging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206240" y="1719072"/>
            <a:ext cx="731520" cy="731520"/>
          </a:xfrm>
          <a:prstGeom prst="ellipse">
            <a:avLst/>
          </a:prstGeom>
          <a:solidFill>
            <a:srgbClr val="C75F1E"/>
          </a:solidFill>
          <a:ln w="12700">
            <a:solidFill>
              <a:srgbClr val="C75F1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90195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6616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agent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566160" y="2679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 · ADB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223760" y="1719072"/>
            <a:ext cx="731520" cy="731520"/>
          </a:xfrm>
          <a:prstGeom prst="ellipse">
            <a:avLst/>
          </a:prstGeom>
          <a:solidFill>
            <a:srgbClr val="6E52C2"/>
          </a:solidFill>
          <a:ln w="12700">
            <a:solidFill>
              <a:srgbClr val="6E52C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90195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58368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583680" y="2679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SPA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2011680" y="2084832"/>
            <a:ext cx="2103120" cy="0"/>
          </a:xfrm>
          <a:prstGeom prst="line">
            <a:avLst/>
          </a:prstGeom>
          <a:noFill/>
          <a:ln w="25400">
            <a:solidFill>
              <a:srgbClr val="9A7418"/>
            </a:solidFill>
            <a:prstDash val="solid"/>
            <a:tailEnd type="triangle"/>
          </a:ln>
        </p:spPr>
      </p:sp>
      <p:sp>
        <p:nvSpPr>
          <p:cNvPr id="23" name="Text 17"/>
          <p:cNvSpPr txBox="1"/>
          <p:nvPr/>
        </p:nvSpPr>
        <p:spPr>
          <a:xfrm>
            <a:off x="2011680" y="1810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7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29200" y="2084832"/>
            <a:ext cx="2103120" cy="0"/>
          </a:xfrm>
          <a:prstGeom prst="line">
            <a:avLst/>
          </a:prstGeom>
          <a:noFill/>
          <a:ln w="25400">
            <a:solidFill>
              <a:srgbClr val="9A7418"/>
            </a:solidFill>
            <a:prstDash val="solid"/>
            <a:tailEnd type="triangle"/>
          </a:ln>
        </p:spPr>
      </p:sp>
      <p:sp>
        <p:nvSpPr>
          <p:cNvPr id="25" name="Text 19"/>
          <p:cNvSpPr txBox="1"/>
          <p:nvPr/>
        </p:nvSpPr>
        <p:spPr>
          <a:xfrm>
            <a:off x="5029200" y="1810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7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223760" y="3364992"/>
            <a:ext cx="731520" cy="731520"/>
          </a:xfrm>
          <a:prstGeom prst="ellipse">
            <a:avLst/>
          </a:prstGeom>
          <a:solidFill>
            <a:srgbClr val="9A7418"/>
          </a:solidFill>
          <a:ln w="12700">
            <a:solidFill>
              <a:srgbClr val="9A741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54787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58368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583680" y="43251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 · SQLite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206240" y="3364992"/>
            <a:ext cx="731520" cy="731520"/>
          </a:xfrm>
          <a:prstGeom prst="ellipse">
            <a:avLst/>
          </a:prstGeom>
          <a:solidFill>
            <a:srgbClr val="C0313C"/>
          </a:solidFill>
          <a:ln w="12700">
            <a:solidFill>
              <a:srgbClr val="C0313C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54787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6616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engine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3566160" y="43251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· Pricing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1188720" y="3364992"/>
            <a:ext cx="731520" cy="731520"/>
          </a:xfrm>
          <a:prstGeom prst="ellipse">
            <a:avLst/>
          </a:prstGeom>
          <a:solidFill>
            <a:srgbClr val="B8325F"/>
          </a:solidFill>
          <a:ln w="12700">
            <a:solidFill>
              <a:srgbClr val="B8325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547872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4864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FlipValue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548640" y="43251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values (partner)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 flipH="1">
            <a:off x="5029200" y="3730752"/>
            <a:ext cx="2103120" cy="0"/>
          </a:xfrm>
          <a:prstGeom prst="line">
            <a:avLst/>
          </a:prstGeom>
          <a:noFill/>
          <a:ln w="25400">
            <a:solidFill>
              <a:srgbClr val="9A7418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 flipH="1">
            <a:off x="2011680" y="3730752"/>
            <a:ext cx="2103120" cy="0"/>
          </a:xfrm>
          <a:prstGeom prst="line">
            <a:avLst/>
          </a:prstGeom>
          <a:noFill/>
          <a:ln w="25400">
            <a:solidFill>
              <a:srgbClr val="9A7418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>
            <a:off x="7589520" y="2926080"/>
            <a:ext cx="0" cy="420624"/>
          </a:xfrm>
          <a:prstGeom prst="line">
            <a:avLst/>
          </a:prstGeom>
          <a:noFill/>
          <a:ln w="25400">
            <a:solidFill>
              <a:srgbClr val="9A7418"/>
            </a:solidFill>
            <a:prstDash val="solid"/>
            <a:tailEnd type="triangle"/>
          </a:ln>
        </p:spPr>
      </p:sp>
      <p:sp>
        <p:nvSpPr>
          <p:cNvPr id="41" name="Text 32"/>
          <p:cNvSpPr txBox="1"/>
          <p:nvPr/>
        </p:nvSpPr>
        <p:spPr>
          <a:xfrm>
            <a:off x="7726680" y="2944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pill"/>
          <p:cNvSpPr/>
          <p:nvPr/>
        </p:nvSpPr>
        <p:spPr>
          <a:xfrm>
            <a:off x="457200" y="320040"/>
            <a:ext cx="1796796" cy="292608"/>
          </a:xfrm>
          <a:prstGeom prst="roundRect">
            <a:avLst>
              <a:gd name="adj" fmla="val 50000"/>
            </a:avLst>
          </a:prstGeom>
          <a:solidFill>
            <a:srgbClr val="9A7418"/>
          </a:solidFill>
          <a:ln w="12700">
            <a:solidFill>
              <a:srgbClr val="9A741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57200" y="320040"/>
            <a:ext cx="17967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ENGINE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in, explainable </a:t>
            </a:r>
            <a:pPr indent="0" marL="0">
              <a:buNone/>
            </a:pPr>
            <a:r>
              <a:rPr lang="en-US" sz="3400" b="1" dirty="0">
                <a:solidFill>
                  <a:srgbClr val="9A7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out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630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031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en-US" sz="6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14630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832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4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questions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450592" y="1600200"/>
            <a:ext cx="0" cy="109728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14630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7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4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tests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53712" y="1600200"/>
            <a:ext cx="0" cy="109728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14630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787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4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checks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656832" y="1600200"/>
            <a:ext cx="0" cy="109728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item in a report says where it came from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57200" y="3767328"/>
            <a:ext cx="146304" cy="146304"/>
          </a:xfrm>
          <a:prstGeom prst="ellipse">
            <a:avLst/>
          </a:prstGeom>
          <a:solidFill>
            <a:srgbClr val="17877B"/>
          </a:solidFill>
          <a:ln w="12700">
            <a:solidFill>
              <a:srgbClr val="17877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device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246120" y="3767328"/>
            <a:ext cx="146304" cy="146304"/>
          </a:xfrm>
          <a:prstGeom prst="ellipse">
            <a:avLst/>
          </a:prstGeom>
          <a:solidFill>
            <a:srgbClr val="B7791A"/>
          </a:solidFill>
          <a:ln w="12700">
            <a:solidFill>
              <a:srgbClr val="B779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02152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a test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35040" y="3767328"/>
            <a:ext cx="146304" cy="146304"/>
          </a:xfrm>
          <a:prstGeom prst="ellipse">
            <a:avLst/>
          </a:prstGeom>
          <a:solidFill>
            <a:srgbClr val="B8325F"/>
          </a:solidFill>
          <a:ln w="12700">
            <a:solidFill>
              <a:srgbClr val="B8325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91072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by the customer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4178808"/>
            <a:ext cx="146304" cy="146304"/>
          </a:xfrm>
          <a:prstGeom prst="ellipse">
            <a:avLst/>
          </a:prstGeom>
          <a:solidFill>
            <a:srgbClr val="C75F1E"/>
          </a:solidFill>
          <a:ln w="12700">
            <a:solidFill>
              <a:srgbClr val="C75F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13232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price, with link and date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246120" y="4178808"/>
            <a:ext cx="146304" cy="146304"/>
          </a:xfrm>
          <a:prstGeom prst="ellipse">
            <a:avLst/>
          </a:prstGeom>
          <a:solidFill>
            <a:srgbClr val="6E52C2"/>
          </a:solidFill>
          <a:ln w="12700">
            <a:solidFill>
              <a:srgbClr val="6E52C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502152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FlipValue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035040" y="4178808"/>
            <a:ext cx="146304" cy="146304"/>
          </a:xfrm>
          <a:prstGeom prst="ellipse">
            <a:avLst/>
          </a:prstGeom>
          <a:solidFill>
            <a:srgbClr val="C0313C"/>
          </a:solidFill>
          <a:ln w="12700">
            <a:solidFill>
              <a:srgbClr val="C0313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91072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/ DEMO, clearly marked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pill"/>
          <p:cNvSpPr/>
          <p:nvPr/>
        </p:nvSpPr>
        <p:spPr>
          <a:xfrm>
            <a:off x="457200" y="320040"/>
            <a:ext cx="1883664" cy="292608"/>
          </a:xfrm>
          <a:prstGeom prst="roundRect">
            <a:avLst>
              <a:gd name="adj" fmla="val 50000"/>
            </a:avLst>
          </a:prstGeom>
          <a:solidFill>
            <a:srgbClr val="9A7418"/>
          </a:solidFill>
          <a:ln w="12700">
            <a:solidFill>
              <a:srgbClr val="9A741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57200" y="32004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DECISION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Repair, sell or </a:t>
            </a:r>
            <a:pPr indent="0" marL="0">
              <a:buNone/>
            </a:pPr>
            <a:r>
              <a:rPr lang="en-US" sz="3400" b="1" dirty="0">
                <a:solidFill>
                  <a:srgbClr val="9A7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C031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926080" y="1874520"/>
            <a:ext cx="914400" cy="452628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57200" y="2423160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C75F1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5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repair price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926080" y="2697480"/>
            <a:ext cx="914400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57200" y="3246120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6E52C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FlipValue resale value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 flipV="1">
            <a:off x="2926080" y="3067812"/>
            <a:ext cx="914400" cy="452628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840480" y="1920240"/>
            <a:ext cx="1554480" cy="155448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31920" y="192024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engine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flipV="1">
            <a:off x="5394960" y="1874520"/>
            <a:ext cx="822960" cy="452628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17920" y="1600200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C75F1E"/>
          </a:solidFill>
          <a:ln w="12700">
            <a:solidFill>
              <a:srgbClr val="C75F1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394960" y="2697480"/>
            <a:ext cx="822960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217920" y="2423160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6E52C2"/>
          </a:solidFill>
          <a:ln w="12700">
            <a:solidFill>
              <a:srgbClr val="6E52C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394960" y="3067812"/>
            <a:ext cx="822960" cy="452628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217920" y="3246120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17877B"/>
          </a:solidFill>
          <a:ln w="12700">
            <a:solidFill>
              <a:srgbClr val="17877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comes with a value range and the drivers that could change it. With no reliable source, the app shows no number instead of a guess.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57200"/>
            <a:ext cx="3017520" cy="4114800"/>
          </a:xfrm>
          <a:prstGeom prst="roundRect">
            <a:avLst>
              <a:gd name="adj" fmla="val 6061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22960" y="868680"/>
            <a:ext cx="822960" cy="822960"/>
          </a:xfrm>
          <a:prstGeom prst="ellipse">
            <a:avLst/>
          </a:prstGeom>
          <a:solidFill>
            <a:srgbClr val="E3C170"/>
          </a:solidFill>
          <a:ln w="12700">
            <a:solidFill>
              <a:srgbClr val="E3C17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0744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by design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3017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Consent-first and read-only from the very first click.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3931920" y="685800"/>
            <a:ext cx="457200" cy="457200"/>
          </a:xfrm>
          <a:prstGeom prst="ellipse">
            <a:avLst/>
          </a:prstGeom>
          <a:solidFill>
            <a:srgbClr val="6E52C2"/>
          </a:solidFill>
          <a:ln w="12700">
            <a:solidFill>
              <a:srgbClr val="6E52C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220" y="80010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98848" y="685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52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first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4498848" y="1188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scanned until the customer agrees.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400800" y="685800"/>
            <a:ext cx="457200" cy="457200"/>
          </a:xfrm>
          <a:prstGeom prst="ellipse">
            <a:avLst/>
          </a:prstGeom>
          <a:solidFill>
            <a:srgbClr val="17877B"/>
          </a:solidFill>
          <a:ln w="12700">
            <a:solidFill>
              <a:srgbClr val="17877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80010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67728" y="685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87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 checks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6967728" y="1188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allowlisted ADB commands. No writes.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931920" y="1965960"/>
            <a:ext cx="457200" cy="457200"/>
          </a:xfrm>
          <a:prstGeom prst="ellipse">
            <a:avLst/>
          </a:prstGeom>
          <a:solidFill>
            <a:srgbClr val="C75F1E"/>
          </a:solidFill>
          <a:ln w="12700">
            <a:solidFill>
              <a:srgbClr val="C75F1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220" y="208026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498848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5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Local-only agent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4498848" y="24688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127.0.0.1 with a pairing token.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9A7418"/>
          </a:solidFill>
          <a:ln w="12700">
            <a:solidFill>
              <a:srgbClr val="9A7418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208026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67728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7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Hashed tokens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6967728" y="24688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access tokens are stored hashed.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3931920" y="3246120"/>
            <a:ext cx="457200" cy="457200"/>
          </a:xfrm>
          <a:prstGeom prst="ellipse">
            <a:avLst/>
          </a:prstGeom>
          <a:solidFill>
            <a:srgbClr val="B8325F"/>
          </a:solidFill>
          <a:ln w="12700">
            <a:solidFill>
              <a:srgbClr val="B8325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220" y="3360420"/>
            <a:ext cx="228600" cy="2286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498848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32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Redacted text</a:t>
            </a:r>
            <a:endParaRPr lang="en-US" sz="1500" dirty="0"/>
          </a:p>
        </p:txBody>
      </p:sp>
      <p:sp>
        <p:nvSpPr>
          <p:cNvPr id="27" name="Text 18"/>
          <p:cNvSpPr txBox="1"/>
          <p:nvPr/>
        </p:nvSpPr>
        <p:spPr>
          <a:xfrm>
            <a:off x="4498848" y="3749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IPs, serials and paths are stripped.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6400800" y="3246120"/>
            <a:ext cx="457200" cy="457200"/>
          </a:xfrm>
          <a:prstGeom prst="ellipse">
            <a:avLst/>
          </a:prstGeom>
          <a:solidFill>
            <a:srgbClr val="C0313C"/>
          </a:solidFill>
          <a:ln w="12700">
            <a:solidFill>
              <a:srgbClr val="C0313C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360420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967728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1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settings</a:t>
            </a:r>
            <a:endParaRPr lang="en-US" sz="1500" dirty="0"/>
          </a:p>
        </p:txBody>
      </p:sp>
      <p:sp>
        <p:nvSpPr>
          <p:cNvPr id="31" name="Text 21"/>
          <p:cNvSpPr txBox="1"/>
          <p:nvPr/>
        </p:nvSpPr>
        <p:spPr>
          <a:xfrm>
            <a:off x="6967728" y="3749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token and strict CSP in production.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pill"/>
          <p:cNvSpPr/>
          <p:nvPr/>
        </p:nvSpPr>
        <p:spPr>
          <a:xfrm>
            <a:off x="457200" y="320040"/>
            <a:ext cx="1449324" cy="292608"/>
          </a:xfrm>
          <a:prstGeom prst="roundRect">
            <a:avLst>
              <a:gd name="adj" fmla="val 50000"/>
            </a:avLst>
          </a:prstGeom>
          <a:solidFill>
            <a:srgbClr val="9A7418"/>
          </a:solidFill>
          <a:ln w="12700">
            <a:solidFill>
              <a:srgbClr val="9A741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57200" y="320040"/>
            <a:ext cx="14493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NEXT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and </a:t>
            </a:r>
            <a:pPr indent="0" marL="0">
              <a:buNone/>
            </a:pPr>
            <a:r>
              <a:rPr lang="en-US" sz="3400" b="1" dirty="0">
                <a:solidFill>
                  <a:srgbClr val="9A7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next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53712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60120" y="2286000"/>
            <a:ext cx="3072384" cy="0"/>
          </a:xfrm>
          <a:prstGeom prst="line">
            <a:avLst/>
          </a:prstGeom>
          <a:noFill/>
          <a:ln w="38100">
            <a:solidFill>
              <a:srgbClr val="17877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32504" y="2286000"/>
            <a:ext cx="4096512" cy="0"/>
          </a:xfrm>
          <a:prstGeom prst="line">
            <a:avLst/>
          </a:prstGeom>
          <a:noFill/>
          <a:ln w="38100">
            <a:solidFill>
              <a:srgbClr val="DDD8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096" y="2093976"/>
            <a:ext cx="384048" cy="384048"/>
          </a:xfrm>
          <a:prstGeom prst="ellipse">
            <a:avLst/>
          </a:prstGeom>
          <a:solidFill>
            <a:srgbClr val="17877B"/>
          </a:solidFill>
          <a:ln w="12700">
            <a:solidFill>
              <a:srgbClr val="17877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189988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4632" y="2651760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v0.4.0 working MVP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792224" y="2093976"/>
            <a:ext cx="384048" cy="384048"/>
          </a:xfrm>
          <a:prstGeom prst="ellipse">
            <a:avLst/>
          </a:prstGeom>
          <a:solidFill>
            <a:srgbClr val="17877B"/>
          </a:solidFill>
          <a:ln w="12700">
            <a:solidFill>
              <a:srgbClr val="17877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36" y="2189988"/>
            <a:ext cx="192024" cy="19202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2651760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automated tests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2816352" y="2093976"/>
            <a:ext cx="384048" cy="384048"/>
          </a:xfrm>
          <a:prstGeom prst="ellipse">
            <a:avLst/>
          </a:prstGeom>
          <a:solidFill>
            <a:srgbClr val="17877B"/>
          </a:solidFill>
          <a:ln w="12700">
            <a:solidFill>
              <a:srgbClr val="17877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364" y="2189988"/>
            <a:ext cx="192024" cy="1920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532888" y="2651760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Cloud Run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840480" y="2093976"/>
            <a:ext cx="384048" cy="384048"/>
          </a:xfrm>
          <a:prstGeom prst="ellipse">
            <a:avLst/>
          </a:prstGeom>
          <a:solidFill>
            <a:srgbClr val="17877B"/>
          </a:solidFill>
          <a:ln w="12700">
            <a:solidFill>
              <a:srgbClr val="17877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492" y="2189988"/>
            <a:ext cx="192024" cy="19202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557016" y="2651760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India prices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864608" y="2093976"/>
            <a:ext cx="384048" cy="38404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A7418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581144" y="2651760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real phones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888736" y="2093976"/>
            <a:ext cx="384048" cy="38404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A7418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605272" y="2651760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FlipValue API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912864" y="2093976"/>
            <a:ext cx="384048" cy="38404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A7418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629400" y="2651760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sign-off on prices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936992" y="2093976"/>
            <a:ext cx="384048" cy="38404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A7418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653528" y="2651760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storage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8750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C1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MyTech Light">
  <a:themeElements>
    <a:clrScheme name="FixMyTech Light">
      <a:dk1>
        <a:srgbClr val="1B2230"/>
      </a:dk1>
      <a:lt1>
        <a:srgbClr val="F4F1EA"/>
      </a:lt1>
      <a:dk2>
        <a:srgbClr val="FFFFFF"/>
      </a:dk2>
      <a:lt2>
        <a:srgbClr val="5B6577"/>
      </a:lt2>
      <a:accent1>
        <a:srgbClr val="9A7418"/>
      </a:accent1>
      <a:accent2>
        <a:srgbClr val="17877B"/>
      </a:accent2>
      <a:accent3>
        <a:srgbClr val="C0313C"/>
      </a:accent3>
      <a:accent4>
        <a:srgbClr val="C75F1E"/>
      </a:accent4>
      <a:accent5>
        <a:srgbClr val="6E52C2"/>
      </a:accent5>
      <a:accent6>
        <a:srgbClr val="B8325F"/>
      </a:accent6>
      <a:hlink>
        <a:srgbClr val="9A7418"/>
      </a:hlink>
      <a:folHlink>
        <a:srgbClr val="5B6577"/>
      </a:folHlink>
    </a:clrScheme>
    <a:fontScheme name="FixMyTech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FixMyTech</dc:title>
  <dc:subject>PptxGenJS Presentation</dc:subject>
  <dc:creator>FixMyTech</dc:creator>
  <cp:lastModifiedBy>FixMyTech</cp:lastModifiedBy>
  <cp:revision>1</cp:revision>
  <dcterms:created xsi:type="dcterms:W3CDTF">2026-10-26T08:15:27Z</dcterms:created>
  <dcterms:modified xsi:type="dcterms:W3CDTF">2026-10-26T08:15:27Z</dcterms:modified>
</cp:coreProperties>
</file>